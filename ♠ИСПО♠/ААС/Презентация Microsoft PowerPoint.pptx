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62" r:id="rId5"/>
    <p:sldId id="263" r:id="rId6"/>
    <p:sldId id="264" r:id="rId7"/>
    <p:sldId id="265" r:id="rId8"/>
    <p:sldId id="266" r:id="rId9"/>
    <p:sldId id="271" r:id="rId10"/>
    <p:sldId id="267" r:id="rId11"/>
    <p:sldId id="268" r:id="rId12"/>
    <p:sldId id="269" r:id="rId13"/>
    <p:sldId id="259" r:id="rId14"/>
    <p:sldId id="270" r:id="rId15"/>
    <p:sldId id="260" r:id="rId16"/>
    <p:sldId id="26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15.11.2023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65" y="629980"/>
            <a:ext cx="7884654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627784" y="116632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8086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2160" y="635671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Бреусов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Денис 219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53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188640"/>
            <a:ext cx="82089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8086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(в 1980-85 годах известный как 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iAPX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86/10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— первый 16-битный микропроцессор компании 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ntel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Разрабатывался с весны 1976 года и выпущен 8 июня 1978 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года.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Реализованная в процессоре архитектура набора команд стала основой широко известной архитектуры x86. Процессоры этой архитектуры стали наиболее успешной линией процессоров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Современные процессоры этой архитектуры сохраняют возможность выполнять все команды этого набора.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Незначительно изменённая версия процессора с 8-битной шиной данных, выпущенная в 1979 году под названием 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8088, применялась в персональных компьютерах IBM PC и IBM PC/XT.</a:t>
            </a:r>
          </a:p>
        </p:txBody>
      </p:sp>
      <p:pic>
        <p:nvPicPr>
          <p:cNvPr id="3074" name="Picture 2" descr="Микропроцессор Intel 80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31" y="3573016"/>
            <a:ext cx="7688537" cy="252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99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31840" y="404664"/>
            <a:ext cx="1959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создания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196752"/>
            <a:ext cx="82089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с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8086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началась эпоха архитектуры x86, заложившей основы развития процессоров на многие годы и десятилетия вперед, именно ему мы обязаны взлету популярности компьютера как индивидуальной единицы, доступной каждому пользователю. В честь 40-летнего юбилея процессора, с которого началось превращение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многомиллиардную корпорацию, компания представила небольшой символический подарок своим поклонникам — им стал юбилейный i7-8086K, первым процессором в истории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способным работать на частоте 5 ГГц прямо из коробки.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ttps://winpoin.com/wp-content/uploads/2018/05/intel808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5" b="22207"/>
          <a:stretch/>
        </p:blipFill>
        <p:spPr bwMode="auto">
          <a:xfrm>
            <a:off x="2123728" y="3573015"/>
            <a:ext cx="4906644" cy="284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69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404664"/>
            <a:ext cx="85152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1976 году компания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поставила перед своими инженерами серьезную задачу – создать первый в мире микропроцессор, поддерживающий работу в формате многозадачности, а также обладающий встроенным в чип контроллером памяти. Сейчас эти технологические особенности можно без труда обнаружить даже в самых доступных процессорах на рынке, но 42 года назад подобные технологические новшества обещали перегнать целую эпоху –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планировала перейти на 32-битные вычисления в тот момент, когда господствовали 8-битные системы, и даже 16-бит были очень далеко. К сожалению, или к счастью, амбиции руководителей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столкнулись с суровой реальностью в виде нескольких переносов сроков, технологическими проблемами и осознанием того, что технологии 1976 года еще не шагнули так далеко, чтобы воплотить в жизнь такие смелые задумки. А главное –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настолько увлеклась созданием, как сказали бы на западе,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over-engineered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архитектуры, что упустила из виду практичность с точки зрения программного обеспечения. Именно непрактичность и нарочитую усложненность системы раскритиковал на одном из совещаний приглашенный эксперт по имени Стивен Морс – 36-летний инженер микроэлектроники, специализирующийся тогда на программном обеспечении. Тем не менее,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торопилась учитывать критические замечания, поэтому заметки Морса отправились в долгий ящик.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4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55576" y="476672"/>
            <a:ext cx="74705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как оказалось позже, они были крайне полезными – уже в июле 1976 года небольшая компания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Zilog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основанная изобретателем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4004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8008 Федерико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Фаджином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менеджером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Ральфом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Унгерманном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еще одним разработчиком 4004, японцем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Масатоси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Сима, представила на рынке свой процессор Z-80, ставший фактической работой над ошибками на базе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8080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мае 1976 года Стив Морс приступил к работе над архитектурой нового процессора. В сущности, задача, поставленная перед Морсом, была проста. Если новый 16-битный чип должен давать значительное увеличение скорости по сравнению с 8-битным 8080-м, он должен отличаться по ряду параметров. Но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хотела добиться, чтобы потребители обращались к ней повторно. Как один из способов добиться этого рассматривалась возможность перевода на более высокий уровень системы, разработанной для менее мощного процессора, при замене которого новым она будет работать. Для этого, в идеале, новый процессор должен быть совместим с любой программой, написанной для 8080.</a:t>
            </a:r>
          </a:p>
        </p:txBody>
      </p:sp>
    </p:spTree>
    <p:extLst>
      <p:ext uri="{BB962C8B-B14F-4D97-AF65-F5344CB8AC3E}">
        <p14:creationId xmlns:p14="http://schemas.microsoft.com/office/powerpoint/2010/main" val="380764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88640"/>
            <a:ext cx="7416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июле 1978 года новый процессор, получивший название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8086, появился на рынке.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99592" y="1052736"/>
            <a:ext cx="69847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Его выход не стал фурором или невероятным успехом. Впервые процессор попал на прилавки в составе нескольких бюджетных компьютеров, не пользующихся популярностью, а также использовался в различных терминалах. Чуть позже он лег в основу микроконтроллера NASA, где использовался для контроля над диагностическими системами ракетного пуска вплоть до начала 2000-х годов.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https://www.retrobajty.cz/wp-content/uploads/2019/06/CPU_D808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3284984"/>
            <a:ext cx="5040560" cy="3360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90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5239" y="188640"/>
            <a:ext cx="82809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особенности 8086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плане архитектурных особенностей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8086 во многом опирался на опыт разработки процессора 8080, и его усовершенствованного собрата 8085, вышедшего на рынок летом 1976 года. Несмотря на некоторые параллели, 8086 стал первым 16-битным процессором компании, располагавшим 16 каналами данных и 20 адресными каналами, способными обрабатывать до 1 Мб данных, а также имел широкий набор инструкций, позволявших, среди всего прочего, проводить операции деления/умножения. Особенностью работы 8086 было наличие двух режимов – Минимального и Максимального, последний из которых предполагал использование процессора в системе с несколькими процессорами, а первый – в классических системах с одним процессором.</a:t>
            </a:r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0448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8" y="1052736"/>
            <a:ext cx="65344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8086 впервые появилась очередь инструкций, позволяющая хранить до шести байт инструкций напрямую из памяти, значительно сокращая время на их обработку. 16-битная природа процессора не была основана лишь на нескольких компонентах, ведь 8086 составляли 16-битный ALU, 16-битные регистры, а также внутренняя и внешняя шина данных, обрабатывающие данные по 16-битным инструкциям, благодаря чему система работала значительно быстрее, чем с более ранними процессорами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4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cf.ppt-online.org/files1/slide/n/nHZhDNClFqSUGiMYV3AfutJXoc8aQdm6xEvjT7/slide-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8061920" cy="603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04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15616" y="1124744"/>
            <a:ext cx="666023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точки зрения архитектуры микропроцессор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8086 состоял из двух аппаратных модулей – модуля выполнения и модуля интерфейса шины. Модуль выполнения указывал модулю интерфейса шины, откуда получать данные инструкций, а после этого приступал к их подготовке и выполнению. Его суть сводилась к управлению данными с помощью декодера инструкций и блока ALU, при этом сам модуль не имел прямого соединения с шинами данных, и работал исключительно через модуль интерфейса шины.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43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59632" y="836712"/>
            <a:ext cx="633670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Помимо флагов модуль выполнения операций содержал 8 регистров общего назначения, которые использовались для передачи данных через шину в 16 бит. При этом сохранялась совместимость с предыдущим поколением программного обеспечения для 8-битных систем, потому что регистры общего назначения (AX, BX, CX, DX) могли работать как в режиме 16-битной шины, так и в режиме считывания данных с младших (AL, BL, CL, DL) и старших (AH, BH, CH, DH) регистров одновременно, обеспечивая двухканальную работу в формате 8-битной шины. Именно благодаря акценту на совместимость с предшествующими платформами с точки зрения программного обеспечения архитектура x86 стала ключевой и послужила основой для большинства последующих процессоров.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5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98951" y="5085184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 стал первым 16-битным процессором компании, доступном в 40-контактном DIP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ай пи) корпусе, который наряду со множеством прочих особенностей, стал одним из стандартов в микроэлектронике последующих лет.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116632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Последним из регистров является 16-битный указатель команды, содержащий адрес следующей для выполнения инструкции.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9218" name="Picture 2" descr="https://filed16-10.my.mail.ru/pic?url=https%3A%2F%2Fhabrastorage.org%2Fgetpro%2Fhabr%2Fpost_images%2F06e%2F21a%2Fffb%2F06e21affb6fe958ae2980f711d36884d.jpg&amp;mw=&amp;mh=&amp;sig=1b444e343c87fa7fa2fcd4e67909726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0768"/>
            <a:ext cx="5742337" cy="318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662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p.userapi.com/c846123/v846123243/a65ae/an37KF-CiSE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6" b="2518"/>
          <a:stretch/>
        </p:blipFill>
        <p:spPr bwMode="auto">
          <a:xfrm>
            <a:off x="2051720" y="52240"/>
            <a:ext cx="4616278" cy="668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99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51920" y="260648"/>
            <a:ext cx="1225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8086k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47019" y="908720"/>
            <a:ext cx="70567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i7 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самый быстрый 6-ядерный процессор, а его базовая частота в 4,0 ГГц удовлетворит большинство пользователей, требующих высокой скорости. Кроме того, технология 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процессору увеличивать частоту до 5,0 ГГц, что придется по вкусу всем геймерам, ищущим экстремальной производительности.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https://hexus.net/media/uploaded/2018/6/61db310e-2eb8-441b-8af6-d3e4d75a79b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7" r="25051"/>
          <a:stretch/>
        </p:blipFill>
        <p:spPr bwMode="auto">
          <a:xfrm>
            <a:off x="3995936" y="2914913"/>
            <a:ext cx="4869443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312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75856" y="116632"/>
            <a:ext cx="2426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Регистры процессора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671107"/>
            <a:ext cx="799288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роцессор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архитектуры x86 имел восемь 32-битных регистров общего назначения, регистр флагов и указатель инструкций. Регистры общего назначения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Accumulator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для арифметических операций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для хранения счетчика цикла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для арифметических операций и операций ввода-вывода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указатель на данные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указатель на верхушку стека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указатель на базу стека внутри функции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указатель на источник при операциях с массивом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указатель на место назначения в операциях с массивами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указатель адреса следующей инструкции для выполнения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EFLAGS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регистр флагов, содержит биты состояния процессора</a:t>
            </a:r>
          </a:p>
        </p:txBody>
      </p:sp>
    </p:spTree>
    <p:extLst>
      <p:ext uri="{BB962C8B-B14F-4D97-AF65-F5344CB8AC3E}">
        <p14:creationId xmlns:p14="http://schemas.microsoft.com/office/powerpoint/2010/main" val="2894310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332656"/>
            <a:ext cx="79928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получить доступ к частям 32-битных регистров с меньшей разрядностью. Например, младшие 16 бит 32-битного регистра EAX обозначаются как AX. К регистру AX можно обращаться как к отдельным байтам, используя имена AH (старший байт) и AL (младший байт).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Регистры процессора Intel x8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Регистры процессора Intel x86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628800"/>
            <a:ext cx="5838825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9525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34</TotalTime>
  <Words>806</Words>
  <Application>Microsoft Office PowerPoint</Application>
  <PresentationFormat>Экран (4:3)</PresentationFormat>
  <Paragraphs>34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Главная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Long32</dc:creator>
  <cp:lastModifiedBy>Роман</cp:lastModifiedBy>
  <cp:revision>4</cp:revision>
  <dcterms:created xsi:type="dcterms:W3CDTF">2023-11-15T04:53:04Z</dcterms:created>
  <dcterms:modified xsi:type="dcterms:W3CDTF">2023-11-15T05:27:48Z</dcterms:modified>
</cp:coreProperties>
</file>